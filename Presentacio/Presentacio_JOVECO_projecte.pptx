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848" y="777240"/>
            <a:ext cx="1903984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965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4D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JOVECO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822960" y="2788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2A24"/>
                </a:solidFill>
              </a:rPr>
              <a:t>Disseny i implementació d’una solució digital per al supermercat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22960" y="3767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6B3A"/>
                </a:solidFill>
              </a:rPr>
              <a:t>Botiga online · gestió interna · infraestructura de xarxa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5806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Adrià Cabrera Martínez · SMX · INS Palamós</a:t>
            </a:r>
            <a:endParaRPr lang="en-US" sz="1250" dirty="0"/>
          </a:p>
        </p:txBody>
      </p:sp>
      <p:pic>
        <p:nvPicPr>
          <p:cNvPr id="7" name="Image 1" descr="/mnt/data/joveco_assets/cover_full.png">    </p:cNvPr>
          <p:cNvPicPr>
            <a:picLocks noChangeAspect="1"/>
          </p:cNvPicPr>
          <p:nvPr/>
        </p:nvPicPr>
        <p:blipFill>
          <a:blip r:embed="rId2"/>
          <a:srcRect l="0" r="0" t="505" b="505"/>
          <a:stretch/>
        </p:blipFill>
        <p:spPr>
          <a:xfrm>
            <a:off x="6492240" y="365760"/>
            <a:ext cx="493776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Recorregut de la presentació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81328"/>
            <a:ext cx="438912" cy="438912"/>
          </a:xfrm>
          <a:prstGeom prst="ellipse">
            <a:avLst/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4"/>
                </a:solidFill>
              </a:rPr>
              <a:t>Context i necessitat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72821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D’on surt el projecte i quin problema resol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2286000"/>
            <a:ext cx="438912" cy="438912"/>
          </a:xfrm>
          <a:prstGeom prst="ellipse">
            <a:avLst/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2267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4"/>
                </a:solidFill>
              </a:rPr>
              <a:t>Abast i casos d’ús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17320" y="2532888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Què inclou JOVECO i quins processos cobreix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3090672"/>
            <a:ext cx="438912" cy="438912"/>
          </a:xfrm>
          <a:prstGeom prst="ellipse">
            <a:avLst/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17320" y="3072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4"/>
                </a:solidFill>
              </a:rPr>
              <a:t>Solució tècnica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17320" y="333756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Eines, integració i arquitectura global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31520" y="3895344"/>
            <a:ext cx="438912" cy="438912"/>
          </a:xfrm>
          <a:prstGeom prst="ellipse">
            <a:avLst/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17320" y="38770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4"/>
                </a:solidFill>
              </a:rPr>
              <a:t>Implementació i desplegament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4142232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Web demo, WooCommerce, Dolibarr i incidències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31520" y="4700016"/>
            <a:ext cx="438912" cy="438912"/>
          </a:xfrm>
          <a:prstGeom prst="ellipse">
            <a:avLst/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17320" y="4681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24"/>
                </a:solidFill>
              </a:rPr>
              <a:t>Resultats i conclusions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946904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</a:rPr>
              <a:t>Validació, limitacions i millores futures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818120" y="1920240"/>
            <a:ext cx="3337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ED0"/>
            </a:solidFill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2B"/>
                </a:solidFill>
              </a:rPr>
              <a:t>Objectiu: explicar què s’ha fet, com s’ha fet i per què s’ha fet així.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i situació inicial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4572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JOVECO neix de l’evolució d’un negoci agrícola tradicional cap a un supermercat amb botiga física i venda online.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542032"/>
            <a:ext cx="42976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 directa en mercats municipals.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 manual de productes i estoc.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Sense presència online ni sistema centralitzat.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Necessitat de controlar inventari, comandes i vendes.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32120" y="15087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aportat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Més organització, menys errors i una base digital per créixer.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15087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 final buscada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Botiga física + online + ERP + xarxa segura.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32120" y="3401568"/>
            <a:ext cx="5669280" cy="0"/>
          </a:xfrm>
          <a:prstGeom prst="line">
            <a:avLst/>
          </a:prstGeom>
          <a:noFill/>
          <a:ln w="25400">
            <a:solidFill>
              <a:srgbClr val="236B3A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623560" y="38862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 tradicional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01000" y="38862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D47A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Digitalització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12680" y="388620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236B3A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JOVECO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Abast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Abast i objectius del projecte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6304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Inclou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 informativa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Botiga online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Gestió interna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TPV i picking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Xarxa i seguretat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Backups i documentació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1463040"/>
            <a:ext cx="3200400" cy="4343400"/>
          </a:xfrm>
          <a:prstGeom prst="roundRect">
            <a:avLst>
              <a:gd name="adj" fmla="val 2286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Fora de l’abast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Sensors reals als camps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IoT agrícola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 intel·ligent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Connexió avançada cultiu-web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Automatització completa de l’estoc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1828800"/>
            <a:ext cx="33832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6DED0"/>
            </a:solidFill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2B"/>
                </a:solidFill>
              </a:rPr>
              <a:t>Primera fase: deixar una base digital, funcional i documentada per modernitzar el supermercat.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21040" y="525780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36B3A"/>
          </a:solidFill>
          <a:ln>
            <a:solidFill>
              <a:srgbClr val="236B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72600" y="525780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AF3E7"/>
          </a:solidFill>
          <a:ln>
            <a:solidFill>
              <a:srgbClr val="EAF3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B"/>
                </a:solidFill>
              </a:rPr>
              <a:t>Fase 2 futura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Casos d’ús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casos d’ús principals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use_cases_diagram_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0814"/>
            <a:ext cx="6766560" cy="36506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0" y="1508760"/>
            <a:ext cx="3383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memòria separa primer el funcionament dels processos i després desenvolupa la solució tècnica per capes.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818120" y="2651760"/>
            <a:ext cx="32918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Inventari: entrada, sortida i merma.</a:t>
            </a:r>
            <a:endParaRPr lang="en-US" sz="1550" dirty="0"/>
          </a:p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TPV físic: venda, pagament i tiquet.</a:t>
            </a:r>
            <a:endParaRPr lang="en-US" sz="1550" dirty="0"/>
          </a:p>
          <a:p>
            <a:r>
              <a:rPr lang="en-US" sz="15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Venda online: comanda, picking i confirmació.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863840" y="5074920"/>
            <a:ext cx="3108960" cy="329184"/>
          </a:xfrm>
          <a:prstGeom prst="roundRect">
            <a:avLst>
              <a:gd name="adj" fmla="val 22222"/>
            </a:avLst>
          </a:prstGeom>
          <a:solidFill>
            <a:srgbClr val="EAF3E7"/>
          </a:solidFill>
          <a:ln>
            <a:solidFill>
              <a:srgbClr val="EAF3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B"/>
                </a:solidFill>
              </a:rPr>
              <a:t>Actors + fluxos + postcondicions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Solucions tècniques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 tècnica per capes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4663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cas d’ús es tradueix a capes funcionals. Això ajuda a justificar les eines i a no barrejar procés amb tecnologia.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788920" y="24688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WordPress, WooCommerce, Dolibarr, DoliWoo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09067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88920" y="3090672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Hosting, base de dades, correu, passarel·la de pagament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712464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operatiu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788920" y="3712464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 cloud + dispositius locals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4334256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Xarxa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88920" y="4334256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Router, firewall, switch, VLANs, punts d’accés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77240" y="495604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física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788920" y="4956048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TPV, PDA, lector QR, NAS, càmeres, cablejat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949440" y="150876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4D47A"/>
          </a:solidFill>
          <a:ln>
            <a:solidFill>
              <a:srgbClr val="F4D4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24"/>
                </a:solidFill>
              </a:rPr>
              <a:t>Decisions justificades per casos d’ús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Integració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 i interacció del sistema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global_solution_diagram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527" y="1234440"/>
            <a:ext cx="5996866" cy="4800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508760"/>
            <a:ext cx="32461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solució no és una sola eina: combina web, botiga online, ERP, base de dades, correu i dispositius del supermercat.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275320" y="2788920"/>
            <a:ext cx="31089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client compra a la web.</a:t>
            </a:r>
            <a:endParaRPr lang="en-US" sz="1450" dirty="0"/>
          </a:p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magatzem rep i prepara la comanda.</a:t>
            </a:r>
            <a:endParaRPr lang="en-US" sz="1450" dirty="0"/>
          </a:p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caixer ven al TPV físic.</a:t>
            </a:r>
            <a:endParaRPr lang="en-US" sz="1450" dirty="0"/>
          </a:p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gestió interna concentra productes, estoc i vendes.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183880" y="5623560"/>
            <a:ext cx="3429000" cy="329184"/>
          </a:xfrm>
          <a:prstGeom prst="roundRect">
            <a:avLst>
              <a:gd name="adj" fmla="val 22222"/>
            </a:avLst>
          </a:prstGeom>
          <a:solidFill>
            <a:srgbClr val="EFE7D7"/>
          </a:solidFill>
          <a:ln>
            <a:solidFill>
              <a:srgbClr val="EFE7D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B"/>
                </a:solidFill>
              </a:rPr>
              <a:t>Limitació real: sincronització d’estoc millorable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Web i programa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demo i programa PHP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web_demo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35" y="1325880"/>
            <a:ext cx="5001329" cy="4389120"/>
          </a:xfrm>
          <a:prstGeom prst="rect">
            <a:avLst/>
          </a:prstGeom>
        </p:spPr>
      </p:pic>
      <p:pic>
        <p:nvPicPr>
          <p:cNvPr id="8" name="Image 2" descr="/mnt/data/joveco_assets/php_query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46" y="1463040"/>
            <a:ext cx="4243989" cy="274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80760" y="4590288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Pàgina informativa de JOVECO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8732520" y="4590288"/>
            <a:ext cx="2377440" cy="749808"/>
          </a:xfrm>
          <a:prstGeom prst="roundRect">
            <a:avLst>
              <a:gd name="adj" fmla="val 9756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+ 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productes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217920" y="5532120"/>
            <a:ext cx="46634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Funcionalitat senzilla i defensable: seleccionar un producte i mostrar origen, categoria, preu i descripció.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Eines principals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Botiga online i ERP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autoinstall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0535"/>
            <a:ext cx="5120640" cy="31539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1508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WordPress + WooCommerce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Botiga online, productes i comandes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217920" y="2651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Dolibarr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per productes, estoc, tercers i processos interns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17920" y="379476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DoliWoo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d’integració entre botiga i gestió interna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50749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D0"/>
            </a:solidFill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2B"/>
                </a:solidFill>
              </a:rPr>
              <a:t>Decisió pràctica: aprofitar autoinstal·lables de Dinahosting per reduir complexitat inicial.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55080" y="5303520"/>
            <a:ext cx="39319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 detectada: la versió antiga de Dolibarr va provocar problemes de compatibilitat amb plugins i PHP.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Seguretat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Xarxa, seguretat i continuïtat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48463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plantejada separa usos de xarxa i protegeix els serveis principals del supermercat.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FD9E8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77440" y="2743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0" y="27432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 / IPS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97880" y="274320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03120" y="2999232"/>
            <a:ext cx="228600" cy="0"/>
          </a:xfrm>
          <a:prstGeom prst="line">
            <a:avLst/>
          </a:prstGeom>
          <a:noFill/>
          <a:ln w="2540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57600" y="2999232"/>
            <a:ext cx="228600" cy="0"/>
          </a:xfrm>
          <a:prstGeom prst="line">
            <a:avLst/>
          </a:prstGeom>
          <a:noFill/>
          <a:ln w="2540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577840" y="2999232"/>
            <a:ext cx="274320" cy="0"/>
          </a:xfrm>
          <a:prstGeom prst="line">
            <a:avLst/>
          </a:prstGeom>
          <a:noFill/>
          <a:ln w="2540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680960" y="17373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10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 Clients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Només Internet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680960" y="28346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20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 Privada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Treballadors i PDA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80960" y="39319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30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TPV, NAS, càmeres, PCs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2960" y="4663440"/>
            <a:ext cx="594360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 3-2-1: hosting, NAS i correu de backups.</a:t>
            </a:r>
            <a:endParaRPr lang="en-US" sz="1450" dirty="0"/>
          </a:p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Cookies/RGPD i protecció antispam a la web.</a:t>
            </a:r>
            <a:endParaRPr lang="en-US" sz="1450" dirty="0"/>
          </a:p>
          <a:p>
            <a:r>
              <a:rPr lang="en-US" sz="145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d’accessos per rols.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Planificació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Planificació del projecte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gantt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4772"/>
            <a:ext cx="5212080" cy="2248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258568" y="5266944"/>
            <a:ext cx="320040" cy="0"/>
          </a:xfrm>
          <a:prstGeom prst="line">
            <a:avLst/>
          </a:prstGeom>
          <a:noFill/>
          <a:ln w="1905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2578608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05656" y="5266944"/>
            <a:ext cx="320040" cy="0"/>
          </a:xfrm>
          <a:prstGeom prst="line">
            <a:avLst/>
          </a:prstGeom>
          <a:noFill/>
          <a:ln w="1905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2" name="Text 8"/>
          <p:cNvSpPr/>
          <p:nvPr/>
        </p:nvSpPr>
        <p:spPr>
          <a:xfrm>
            <a:off x="4425696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952744" y="5266944"/>
            <a:ext cx="320040" cy="0"/>
          </a:xfrm>
          <a:prstGeom prst="line">
            <a:avLst/>
          </a:prstGeom>
          <a:noFill/>
          <a:ln w="1905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4" name="Text 10"/>
          <p:cNvSpPr/>
          <p:nvPr/>
        </p:nvSpPr>
        <p:spPr>
          <a:xfrm>
            <a:off x="6272784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d’ús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99832" y="5266944"/>
            <a:ext cx="320040" cy="0"/>
          </a:xfrm>
          <a:prstGeom prst="line">
            <a:avLst/>
          </a:prstGeom>
          <a:noFill/>
          <a:ln w="1905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8119872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Seguretat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646920" y="5266944"/>
            <a:ext cx="320040" cy="0"/>
          </a:xfrm>
          <a:prstGeom prst="line">
            <a:avLst/>
          </a:prstGeom>
          <a:noFill/>
          <a:ln w="19050">
            <a:solidFill>
              <a:srgbClr val="236B3A"/>
            </a:solidFill>
            <a:prstDash val="solid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9966960" y="4983480"/>
            <a:ext cx="15087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Tancament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92240" y="1554480"/>
            <a:ext cx="40233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Gantt ordena les tasques, mostra dependències i marca les fites principals.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6537960" y="2514600"/>
            <a:ext cx="40233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es defineix què necessita JOVECO.</a:t>
            </a:r>
            <a:endParaRPr lang="en-US" sz="1500" dirty="0"/>
          </a:p>
          <a:p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Després es prepara la base tècnica i digital.</a:t>
            </a:r>
            <a:endParaRPr lang="en-US" sz="1500" dirty="0"/>
          </a:p>
          <a:p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Finalment es valida, documenta i es prepara l’exposició.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Desplegament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Desplegament i incidències reals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pic>
        <p:nvPicPr>
          <p:cNvPr id="7" name="Image 1" descr="/mnt/data/joveco_assets/plugins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6085"/>
            <a:ext cx="5120640" cy="3548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141732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Problemes detectats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PHP 7.4 vs plugins moderns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Dolibarr antic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Instal·lació accidental a /www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SSL i .htaccess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URLs incorrectes a la BD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63640" y="406908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 de fitxers i bases de dades + restauració de carpetes Botiga i ERP.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55080" y="5440680"/>
            <a:ext cx="42062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Aprenentatge clau: en un hosting real, qualsevol canvi pot afectar altres parts del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SLIDE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and validation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D2B"/>
                </a:solidFill>
              </a:rPr>
              <a:t>What has been achieved?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480060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HTML/CSS website with a PHP product query.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WordPress + WooCommerce online store base.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Dolibarr ERP installation for internal management.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network and security proposal with VLANs and backups.</a:t>
            </a:r>
            <a:endParaRPr lang="en-US" sz="1600" dirty="0"/>
          </a:p>
          <a:p>
            <a:r>
              <a:rPr lang="en-US" sz="16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validation tests documented in the annexes.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150876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components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loading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query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access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WooCommerce panel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Dolibarr access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recovery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09360" y="5440680"/>
            <a:ext cx="4480560" cy="329184"/>
          </a:xfrm>
          <a:prstGeom prst="roundRect">
            <a:avLst>
              <a:gd name="adj" fmla="val 22222"/>
            </a:avLst>
          </a:prstGeom>
          <a:solidFill>
            <a:srgbClr val="EFE7D7"/>
          </a:solidFill>
          <a:ln>
            <a:solidFill>
              <a:srgbClr val="EFE7D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B"/>
                </a:solidFill>
              </a:rPr>
              <a:t>Main limitation: stock synchronization is not fully automatic yet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SLIDE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 and future work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learning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Hosting, databases, PHP, WordPress, WooCommerce, Dolibarr and backups.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34840" y="1463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learning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Planning, documentation, testing and adapting decisions when problems appear.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38160" y="146304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improvements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ERP, improve stock sync, automate backups and deploy the physical network.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3931920"/>
            <a:ext cx="9875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D0"/>
            </a:solidFill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2B"/>
                </a:solidFill>
              </a:rPr>
              <a:t>The project is not a perfect final system, but a realistic and documented base to keep improving JOVECO.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28800" y="5806440"/>
            <a:ext cx="8412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6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two slides can be presented orally in English to satisfy the presentation requirement.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6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Tancament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2A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600" dirty="0"/>
          </a:p>
        </p:txBody>
      </p:sp>
      <p:pic>
        <p:nvPicPr>
          <p:cNvPr id="4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0018" y="164592"/>
            <a:ext cx="1311633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05895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45E"/>
                </a:solidFill>
              </a:rPr>
              <a:t>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02920" y="1124712"/>
            <a:ext cx="11185855" cy="0"/>
          </a:xfrm>
          <a:prstGeom prst="line">
            <a:avLst/>
          </a:prstGeom>
          <a:noFill/>
          <a:ln w="12700">
            <a:solidFill>
              <a:srgbClr val="D6DE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17320"/>
            <a:ext cx="49377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JOVECO converteix un negoci agrícola tradicional en una proposta més digital, organitzada i preparada per créixer.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EAF3E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S’ha construït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demo + botiga online + ERP + proposta de xarxa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26280" y="27432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S’ha validat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proves de funcionament, accés i recuperació amb backups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0" y="2743200"/>
            <a:ext cx="3017520" cy="1143000"/>
          </a:xfrm>
          <a:prstGeom prst="roundRect">
            <a:avLst>
              <a:gd name="adj" fmla="val 6400"/>
            </a:avLst>
          </a:prstGeom>
          <a:solidFill>
            <a:srgbClr val="EFE7D7"/>
          </a:solidFill>
          <a:ln w="12700">
            <a:solidFill>
              <a:srgbClr val="D7DED2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S’ha après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A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compatibilitats, desplegament real i importància de documentar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28800" y="48920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D0"/>
            </a:solidFill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2B"/>
                </a:solidFill>
              </a:rPr>
              <a:t>La base del projecte és funcional i deixa clar el camí per futures ampliacions.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joveco_assets/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4269" y="1417320"/>
            <a:ext cx="2644422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71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Gràcies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730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7EBCF"/>
                </a:solidFill>
              </a:rPr>
              <a:t>Preguntes?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7EBCF"/>
                </a:solidFill>
              </a:rPr>
              <a:t>JOVECO · Supermercat de proximitat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JOVECO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JOVECO — Presentació del projecte</dc:title>
  <dc:subject>Presentació del projecte JOVECO</dc:subject>
  <dc:creator>Adrià Cabrera Martínez</dc:creator>
  <cp:lastModifiedBy>Adrià Cabrera Martínez</cp:lastModifiedBy>
  <cp:revision>1</cp:revision>
  <dcterms:created xsi:type="dcterms:W3CDTF">2026-05-09T08:36:51Z</dcterms:created>
  <dcterms:modified xsi:type="dcterms:W3CDTF">2026-05-09T08:36:51Z</dcterms:modified>
</cp:coreProperties>
</file>